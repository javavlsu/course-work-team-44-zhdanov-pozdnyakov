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2853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16006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4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83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27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63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712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141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04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54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4C3BF9F-D651-40D0-96CA-77C27BF9366E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BEAB659-49F4-4D62-AB0C-825FFE2E10D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090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7B584-1F13-C788-5148-6642ECBD7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Прототип программной системы, автоматизирующей сборку операционной системы Linux для микрокомпьютеров </a:t>
            </a:r>
            <a:r>
              <a:rPr lang="ru-RU" sz="4000" dirty="0" err="1"/>
              <a:t>Luckfox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A9EC7D-2A3C-A1BE-D7D7-8304B0306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3860" y="6089715"/>
            <a:ext cx="5348140" cy="768285"/>
          </a:xfrm>
        </p:spPr>
        <p:txBody>
          <a:bodyPr/>
          <a:lstStyle/>
          <a:p>
            <a:r>
              <a:rPr lang="ru-RU" dirty="0"/>
              <a:t>ПРИ-123 Жданов АИ</a:t>
            </a:r>
            <a:r>
              <a:rPr lang="ru-RU"/>
              <a:t>, Поздняков НЭ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7461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17CEB-90BB-4158-F6E3-5E6BFE50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092362-9C93-F758-E7E2-07951E79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10402477" cy="3581400"/>
          </a:xfrm>
        </p:spPr>
        <p:txBody>
          <a:bodyPr/>
          <a:lstStyle/>
          <a:p>
            <a:r>
              <a:rPr lang="ru-RU" dirty="0"/>
              <a:t>Создать веб приложение позволяющее удобно и быстро создать требуемый</a:t>
            </a:r>
            <a:r>
              <a:rPr lang="en-US" dirty="0"/>
              <a:t> </a:t>
            </a:r>
            <a:r>
              <a:rPr lang="ru-RU" dirty="0"/>
              <a:t>конфигурируемый</a:t>
            </a:r>
            <a:r>
              <a:rPr lang="en-US" dirty="0"/>
              <a:t>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ru-RU" dirty="0"/>
              <a:t>образ для микрокомпьютера </a:t>
            </a:r>
            <a:r>
              <a:rPr lang="en-US" dirty="0" err="1"/>
              <a:t>luckfox</a:t>
            </a:r>
            <a:r>
              <a:rPr lang="en-US" dirty="0"/>
              <a:t> </a:t>
            </a:r>
            <a:r>
              <a:rPr lang="ru-RU" dirty="0"/>
              <a:t>без необходимости запускать долгий и требовательный процесс сборки образа на локальном устройстве.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6C9506-C8B3-E736-F01F-08DD1497C3A0}"/>
              </a:ext>
            </a:extLst>
          </p:cNvPr>
          <p:cNvSpPr/>
          <p:nvPr/>
        </p:nvSpPr>
        <p:spPr>
          <a:xfrm>
            <a:off x="1371600" y="3714161"/>
            <a:ext cx="10402478" cy="2780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9569D3-EC1B-9883-2A8B-15DB4B0DB61F}"/>
              </a:ext>
            </a:extLst>
          </p:cNvPr>
          <p:cNvSpPr/>
          <p:nvPr/>
        </p:nvSpPr>
        <p:spPr>
          <a:xfrm>
            <a:off x="8757501" y="3949831"/>
            <a:ext cx="2630078" cy="23472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131F40-53BB-E79D-C0FF-62F94FBE4870}"/>
              </a:ext>
            </a:extLst>
          </p:cNvPr>
          <p:cNvSpPr/>
          <p:nvPr/>
        </p:nvSpPr>
        <p:spPr>
          <a:xfrm>
            <a:off x="5863472" y="4447684"/>
            <a:ext cx="1649691" cy="145683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176B73-5C7B-E35F-8571-9568DFE63D4D}"/>
              </a:ext>
            </a:extLst>
          </p:cNvPr>
          <p:cNvSpPr/>
          <p:nvPr/>
        </p:nvSpPr>
        <p:spPr>
          <a:xfrm>
            <a:off x="1583703" y="3949831"/>
            <a:ext cx="6890994" cy="38649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0F2488-B6E8-E480-2A97-7BDA8B2E8450}"/>
              </a:ext>
            </a:extLst>
          </p:cNvPr>
          <p:cNvSpPr/>
          <p:nvPr/>
        </p:nvSpPr>
        <p:spPr>
          <a:xfrm>
            <a:off x="1583703" y="5997116"/>
            <a:ext cx="6890994" cy="38649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65725F-20B4-D8B7-AEF2-04E2536A5D7E}"/>
              </a:ext>
            </a:extLst>
          </p:cNvPr>
          <p:cNvSpPr/>
          <p:nvPr/>
        </p:nvSpPr>
        <p:spPr>
          <a:xfrm>
            <a:off x="4392891" y="5147035"/>
            <a:ext cx="1310325" cy="7203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AEC8656-802A-28E5-6B94-E9F3659DA40A}"/>
              </a:ext>
            </a:extLst>
          </p:cNvPr>
          <p:cNvSpPr/>
          <p:nvPr/>
        </p:nvSpPr>
        <p:spPr>
          <a:xfrm>
            <a:off x="1498862" y="4562573"/>
            <a:ext cx="725864" cy="120191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94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F66F7-713A-67D7-3722-B4E8A0FF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65DF6-80F7-58AA-096D-B263FFB14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Foundries.io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Позволяет создать образ практически для любого «железа»</a:t>
            </a:r>
          </a:p>
          <a:p>
            <a:pPr marL="0" indent="0">
              <a:buNone/>
            </a:pPr>
            <a:r>
              <a:rPr lang="ru-RU" dirty="0"/>
              <a:t>Позволяет настроить </a:t>
            </a:r>
            <a:r>
              <a:rPr lang="en-US" dirty="0"/>
              <a:t>kernel </a:t>
            </a:r>
            <a:r>
              <a:rPr lang="ru-RU" dirty="0"/>
              <a:t>и драйвера</a:t>
            </a:r>
          </a:p>
          <a:p>
            <a:pPr marL="0" indent="0">
              <a:buNone/>
            </a:pPr>
            <a:r>
              <a:rPr lang="ru-RU" dirty="0"/>
              <a:t>Дистрибутивы постоянно обновляются и поддерживаются</a:t>
            </a:r>
          </a:p>
          <a:p>
            <a:r>
              <a:rPr lang="en-US" dirty="0" err="1"/>
              <a:t>Balena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Для предопределённого списка устройств (с возможностью добавить своё но только лично связавшись и договорившись об этом)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Образы гораздо больше и в целом слабо предназначены для небольших проектов или очень слабых систем с малым количеством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100348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0AFE7-6090-5D6A-946E-FAC32C54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9E2E3-9920-F939-A802-55B8D6B00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38240"/>
            <a:ext cx="4586140" cy="3581400"/>
          </a:xfrm>
        </p:spPr>
        <p:txBody>
          <a:bodyPr/>
          <a:lstStyle/>
          <a:p>
            <a:r>
              <a:rPr lang="ru-RU" dirty="0"/>
              <a:t>Дорого и подразумевает подписку</a:t>
            </a:r>
          </a:p>
          <a:p>
            <a:r>
              <a:rPr lang="ru-RU" dirty="0"/>
              <a:t>Для более широкого круга устройств следовательно перегруженное </a:t>
            </a:r>
          </a:p>
          <a:p>
            <a:r>
              <a:rPr lang="ru-RU" dirty="0"/>
              <a:t> Чаще всего необходимо связываться с поддержкой</a:t>
            </a:r>
          </a:p>
          <a:p>
            <a:r>
              <a:rPr lang="ru-RU" dirty="0"/>
              <a:t>Рассчитаны на постоянное подключение устройств к сети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9F2EC1-04A8-0BA7-C360-4F06B1F9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57"/>
          <a:stretch/>
        </p:blipFill>
        <p:spPr>
          <a:xfrm>
            <a:off x="6096000" y="1832139"/>
            <a:ext cx="5943117" cy="30207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D7FBC9-A566-1C3F-17D2-9858A0E76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507" y="4852841"/>
            <a:ext cx="8987610" cy="189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75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0274E-5E85-BB1D-B848-32A8ECF0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ролей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0BDDD-D0BD-736C-C201-F24BB976E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821810" cy="3581400"/>
          </a:xfrm>
        </p:spPr>
        <p:txBody>
          <a:bodyPr/>
          <a:lstStyle/>
          <a:p>
            <a:r>
              <a:rPr lang="ru-RU" dirty="0"/>
              <a:t>Никита</a:t>
            </a:r>
          </a:p>
          <a:p>
            <a:pPr marL="0" indent="0">
              <a:buNone/>
            </a:pPr>
            <a:r>
              <a:rPr lang="ru-RU" dirty="0"/>
              <a:t>Создание системы сборки и конфигурации образов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6EF926C-6065-AE22-EA09-9ED0BBA88444}"/>
              </a:ext>
            </a:extLst>
          </p:cNvPr>
          <p:cNvSpPr txBox="1">
            <a:spLocks/>
          </p:cNvSpPr>
          <p:nvPr/>
        </p:nvSpPr>
        <p:spPr>
          <a:xfrm>
            <a:off x="6193410" y="2286000"/>
            <a:ext cx="482181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Алексей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dirty="0"/>
              <a:t>Создание интерфейса, базы данных, системы пользователей.</a:t>
            </a:r>
          </a:p>
        </p:txBody>
      </p:sp>
      <p:sp>
        <p:nvSpPr>
          <p:cNvPr id="6" name="Улыбающееся лицо 5">
            <a:extLst>
              <a:ext uri="{FF2B5EF4-FFF2-40B4-BE49-F238E27FC236}">
                <a16:creationId xmlns:a16="http://schemas.microsoft.com/office/drawing/2014/main" id="{84D5B9F8-DA63-F959-1FA1-4F50DDD66B53}"/>
              </a:ext>
            </a:extLst>
          </p:cNvPr>
          <p:cNvSpPr/>
          <p:nvPr/>
        </p:nvSpPr>
        <p:spPr>
          <a:xfrm>
            <a:off x="7070103" y="3751868"/>
            <a:ext cx="2535810" cy="2420332"/>
          </a:xfrm>
          <a:prstGeom prst="smileyFace">
            <a:avLst>
              <a:gd name="adj" fmla="val -21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лыбающееся лицо 6">
            <a:extLst>
              <a:ext uri="{FF2B5EF4-FFF2-40B4-BE49-F238E27FC236}">
                <a16:creationId xmlns:a16="http://schemas.microsoft.com/office/drawing/2014/main" id="{6CAC9F23-DC48-4108-2260-E34B956B8CE3}"/>
              </a:ext>
            </a:extLst>
          </p:cNvPr>
          <p:cNvSpPr/>
          <p:nvPr/>
        </p:nvSpPr>
        <p:spPr>
          <a:xfrm>
            <a:off x="1951349" y="3751868"/>
            <a:ext cx="2535810" cy="2420332"/>
          </a:xfrm>
          <a:prstGeom prst="smileyFace">
            <a:avLst>
              <a:gd name="adj" fmla="val -21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04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3121F-8F44-1FCA-C003-C5547575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Всё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3BD59-1D15-09F8-633D-CC70BCD5F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0890" y="6235831"/>
            <a:ext cx="9601200" cy="3581400"/>
          </a:xfrm>
        </p:spPr>
        <p:txBody>
          <a:bodyPr/>
          <a:lstStyle/>
          <a:p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180340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291</TotalTime>
  <Words>159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Franklin Gothic Book</vt:lpstr>
      <vt:lpstr>Уголки</vt:lpstr>
      <vt:lpstr>Прототип программной системы, автоматизирующей сборку операционной системы Linux для микрокомпьютеров Luckfox</vt:lpstr>
      <vt:lpstr>Цели и задачи</vt:lpstr>
      <vt:lpstr>Аналоги</vt:lpstr>
      <vt:lpstr>Почему не аналоги</vt:lpstr>
      <vt:lpstr>Распределение ролей</vt:lpstr>
      <vt:lpstr>Всё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Жданов</dc:creator>
  <cp:lastModifiedBy>Алексей Жданов</cp:lastModifiedBy>
  <cp:revision>3</cp:revision>
  <dcterms:created xsi:type="dcterms:W3CDTF">2025-11-04T17:19:56Z</dcterms:created>
  <dcterms:modified xsi:type="dcterms:W3CDTF">2025-11-04T22:11:41Z</dcterms:modified>
</cp:coreProperties>
</file>